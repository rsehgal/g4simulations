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Reference Physics Lists in Geant4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Understanding Electromagnetic Physics Constructors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Electromagnetic Physics in Geant4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Geant4 provides multiple EM physics constructors, optimized for different applications.</a:t>
            </a:r>
          </a:p>
          <a:p/>
          <a:p>
            <a:r>
              <a:t>Key factors:</a:t>
            </a:r>
          </a:p>
          <a:p>
            <a:r>
              <a:t>- Accuracy</a:t>
            </a:r>
          </a:p>
          <a:p>
            <a:r>
              <a:t>- Computational Speed</a:t>
            </a:r>
          </a:p>
          <a:p>
            <a:r>
              <a:t>- Energy Range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1. Standard Electromagnetic Physics (G4EmStandardPhysics)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✔ General-purpose EM physics</a:t>
            </a:r>
          </a:p>
          <a:p>
            <a:r>
              <a:t>✔ Fastest performance</a:t>
            </a:r>
          </a:p>
          <a:p>
            <a:r>
              <a:t>✔ Used in most reference physics lists</a:t>
            </a:r>
          </a:p>
          <a:p/>
          <a:p>
            <a:r>
              <a:t>Best for:</a:t>
            </a:r>
          </a:p>
          <a:p>
            <a:r>
              <a:t>- High-energy physics (HEP, space, detectors)</a:t>
            </a:r>
          </a:p>
          <a:p>
            <a:r>
              <a:t>- Fast simulations with reasonable accuracy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2. Livermore Electromagnetic Physics (G4EmLivermorePhysics)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✔ High precision for low-energy interactions (eV – 1 GeV)</a:t>
            </a:r>
          </a:p>
          <a:p>
            <a:r>
              <a:t>✔ Includes detailed atomic effects</a:t>
            </a:r>
          </a:p>
          <a:p>
            <a:r>
              <a:t>✖ Slower than standard EM</a:t>
            </a:r>
          </a:p>
          <a:p/>
          <a:p>
            <a:r>
              <a:t>Best for:</a:t>
            </a:r>
          </a:p>
          <a:p>
            <a:r>
              <a:t>- Medical physics, radiation shielding</a:t>
            </a:r>
          </a:p>
          <a:p>
            <a:r>
              <a:t>- X-ray fluorescence, low-energy electron interactions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3. Penelope Electromagnetic Physics (G4EmPenelopePhysics)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✔ Accurate for very low-energy interactions (~100 eV – 1 GeV)</a:t>
            </a:r>
          </a:p>
          <a:p>
            <a:r>
              <a:t>✔ Based on PENELOPE model</a:t>
            </a:r>
          </a:p>
          <a:p>
            <a:r>
              <a:t>✖ Computationally expensive</a:t>
            </a:r>
          </a:p>
          <a:p/>
          <a:p>
            <a:r>
              <a:t>Best for:</a:t>
            </a:r>
          </a:p>
          <a:p>
            <a:r>
              <a:t>- Microdosimetry, radiobiology</a:t>
            </a:r>
          </a:p>
          <a:p>
            <a:r>
              <a:t>- Nanotechnology, low-energy electron studies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4. Option4 Electromagnetic Physics (G4EmStandardPhysics_option4)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✔ Most accurate standard model</a:t>
            </a:r>
          </a:p>
          <a:p>
            <a:r>
              <a:t>✔ Recommended for calorimeter simulations</a:t>
            </a:r>
          </a:p>
          <a:p>
            <a:r>
              <a:t>✖ Slower than Standard EM</a:t>
            </a:r>
          </a:p>
          <a:p/>
          <a:p>
            <a:r>
              <a:t>Best for:</a:t>
            </a:r>
          </a:p>
          <a:p>
            <a:r>
              <a:t>- LHC detector simulations</a:t>
            </a:r>
          </a:p>
          <a:p>
            <a:r>
              <a:t>- High-precision calorimetry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Comparison of EM Physics Constructors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✔ **G4EmStandardPhysics**: Fast, general-purpose (HEP, detectors)</a:t>
            </a:r>
          </a:p>
          <a:p>
            <a:r>
              <a:t>✔ **G4EmLivermorePhysics**: High precision for low-energy (Medical, X-ray)</a:t>
            </a:r>
          </a:p>
          <a:p>
            <a:r>
              <a:t>✔ **G4EmPenelopePhysics**: Best for ultra-low-energy (Microdosimetry)</a:t>
            </a:r>
          </a:p>
          <a:p>
            <a:r>
              <a:t>✔ **G4EmStandardPhysics_option4**: Best accuracy for calorimetry (LHC, HEP)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